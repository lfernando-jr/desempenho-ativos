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desempenho-ativos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desempenho-ativos</dc:title>
  <dc:creator/>
  <cp:keywords/>
  <dcterms:created xsi:type="dcterms:W3CDTF">2024-05-10T16:36:50Z</dcterms:created>
  <dcterms:modified xsi:type="dcterms:W3CDTF">2024-05-10T16:36:50Z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
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sldIdLst>
    <p:sldId id="286" r:id="rId5"/>
    <p:sldId id="373" r:id="rId6"/>
    <p:sldId id="419" r:id="rId7"/>
    <p:sldId id="320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43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uarda" initials="U" lastIdx="4" clrIdx="0">
    <p:extLst>
      <p:ext uri="{19B8F6BF-5375-455C-9EA6-DF929625EA0E}">
        <p15:presenceInfo xmlns:p15="http://schemas.microsoft.com/office/powerpoint/2012/main" userId="Eduard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C8C8"/>
    <a:srgbClr val="F4F4F4"/>
    <a:srgbClr val="C9C8C8"/>
    <a:srgbClr val="CCC3AB"/>
    <a:srgbClr val="FF2600"/>
    <a:srgbClr val="CAC9C8"/>
    <a:srgbClr val="C7C8C8"/>
    <a:srgbClr val="C7C8F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57F7B-D77D-4C93-B7C0-4245DE705926}" v="26" dt="2024-05-06T12:53:50.30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89347" autoAdjust="0"/>
  </p:normalViewPr>
  <p:slideViewPr>
    <p:cSldViewPr snapToGrid="0">
      <p:cViewPr varScale="1">
        <p:scale>
          <a:sx n="40" d="100"/>
          <a:sy n="40" d="100"/>
        </p:scale>
        <p:origin x="138" y="102"/>
      </p:cViewPr>
      <p:guideLst>
        <p:guide orient="horz" pos="4343"/>
        <p:guide pos="76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31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b="0" i="0">
              <a:solidFill>
                <a:srgbClr val="171717"/>
              </a:solidFill>
              <a:effectLst/>
              <a:latin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829041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717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840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3165980" y="952500"/>
            <a:ext cx="9525001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760700" y="7048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760700" y="11303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968443" y="13081000"/>
            <a:ext cx="434413" cy="471924"/>
          </a:xfrm>
        </p:spPr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11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11489DE-10B0-4705-93E9-32056E2347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88" r="2185" b="7251"/>
          <a:stretch/>
        </p:blipFill>
        <p:spPr>
          <a:xfrm>
            <a:off x="-51312" y="0"/>
            <a:ext cx="24435312" cy="141876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AD4517-3BAA-134E-9F47-F2AE8D4024EF}"/>
              </a:ext>
            </a:extLst>
          </p:cNvPr>
          <p:cNvSpPr txBox="1"/>
          <p:nvPr/>
        </p:nvSpPr>
        <p:spPr>
          <a:xfrm>
            <a:off x="12033112" y="9935767"/>
            <a:ext cx="93854" cy="4892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0B26734-6F93-4E9B-A427-087BD019F44C}"/>
              </a:ext>
            </a:extLst>
          </p:cNvPr>
          <p:cNvSpPr/>
          <p:nvPr/>
        </p:nvSpPr>
        <p:spPr>
          <a:xfrm>
            <a:off x="-238661" y="6"/>
            <a:ext cx="24731254" cy="14187603"/>
          </a:xfrm>
          <a:prstGeom prst="rect">
            <a:avLst/>
          </a:prstGeom>
          <a:solidFill>
            <a:schemeClr val="tx2">
              <a:lumMod val="40000"/>
              <a:lumOff val="60000"/>
              <a:alpha val="86289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193BA11-BD9F-4E7E-99E1-140CDA0C2D91}"/>
              </a:ext>
            </a:extLst>
          </p:cNvPr>
          <p:cNvSpPr/>
          <p:nvPr/>
        </p:nvSpPr>
        <p:spPr>
          <a:xfrm>
            <a:off x="4356847" y="3220064"/>
            <a:ext cx="14501577" cy="78961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EE2713-FDAC-9147-9E78-D359409916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322" y="1442296"/>
            <a:ext cx="15969356" cy="8982763"/>
          </a:xfrm>
          <a:prstGeom prst="rect">
            <a:avLst/>
          </a:prstGeom>
          <a:noFill/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20E3C986-CD98-4818-95C0-222367996FFF}"/>
              </a:ext>
            </a:extLst>
          </p:cNvPr>
          <p:cNvSpPr txBox="1"/>
          <p:nvPr/>
        </p:nvSpPr>
        <p:spPr>
          <a:xfrm>
            <a:off x="5305143" y="8800233"/>
            <a:ext cx="12604984" cy="27802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4800" b="0" dirty="0">
                <a:solidFill>
                  <a:srgbClr val="FFFFFF"/>
                </a:solidFill>
                <a:latin typeface="DIN-BoldAlternate"/>
              </a:rPr>
              <a:t>Auxílio Reunião Semanal de Gestão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4800" b="0" dirty="0">
              <a:solidFill>
                <a:srgbClr val="FFFFFF"/>
              </a:solidFill>
              <a:latin typeface="DIN-BoldAlternat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4800" b="0" dirty="0">
              <a:solidFill>
                <a:srgbClr val="FFFFFF"/>
              </a:solidFill>
              <a:latin typeface="DIN-BoldAlternat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b="0" dirty="0">
                <a:solidFill>
                  <a:srgbClr val="FFFFFF"/>
                </a:solidFill>
                <a:latin typeface="DIN-BoldAlternate"/>
              </a:rPr>
              <a:t>Maio</a:t>
            </a:r>
            <a:r>
              <a:rPr lang="en-BR" b="0" dirty="0">
                <a:solidFill>
                  <a:srgbClr val="FFFFFF"/>
                </a:solidFill>
                <a:latin typeface="DIN-BoldAlternate"/>
              </a:rPr>
              <a:t>/202</a:t>
            </a:r>
            <a:r>
              <a:rPr lang="pt-BR" b="0" dirty="0">
                <a:solidFill>
                  <a:srgbClr val="FFFFFF"/>
                </a:solidFill>
                <a:latin typeface="DIN-BoldAlternate"/>
              </a:rPr>
              <a:t>4</a:t>
            </a:r>
            <a:endParaRPr lang="en-BR" b="0" dirty="0">
              <a:solidFill>
                <a:srgbClr val="FFFFFF"/>
              </a:solidFill>
              <a:latin typeface="DIN-BoldAlternate"/>
            </a:endParaRPr>
          </a:p>
        </p:txBody>
      </p:sp>
    </p:spTree>
    <p:extLst>
      <p:ext uri="{BB962C8B-B14F-4D97-AF65-F5344CB8AC3E}">
        <p14:creationId xmlns:p14="http://schemas.microsoft.com/office/powerpoint/2010/main" val="13278387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01">
            <a:extLst>
              <a:ext uri="{FF2B5EF4-FFF2-40B4-BE49-F238E27FC236}">
                <a16:creationId xmlns:a16="http://schemas.microsoft.com/office/drawing/2014/main" id="{847347F9-0A41-2446-BF15-ECF594685DD5}"/>
              </a:ext>
            </a:extLst>
          </p:cNvPr>
          <p:cNvSpPr txBox="1"/>
          <p:nvPr/>
        </p:nvSpPr>
        <p:spPr>
          <a:xfrm>
            <a:off x="856946" y="912455"/>
            <a:ext cx="753411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4000" b="0">
                <a:solidFill>
                  <a:srgbClr val="FFFFFF"/>
                </a:solidFill>
                <a:latin typeface="DIN-BoldAlternate"/>
                <a:ea typeface="DIN-BoldAlternate"/>
                <a:cs typeface="DIN-BoldAlternate"/>
                <a:sym typeface="DIN-BoldAlternate"/>
              </a:defRPr>
            </a:lvl1pPr>
          </a:lstStyle>
          <a:p>
            <a:r>
              <a:rPr sz="5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  <a:r>
              <a:rPr lang="en-US" sz="5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  <a:endParaRPr sz="5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468A695-7B12-B94F-BD38-1C16C5A591E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8035" y="592561"/>
            <a:ext cx="2863850" cy="7372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3262AC-4A33-F847-B5BB-887A4A9E35D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0435" y="744961"/>
            <a:ext cx="2863850" cy="73727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86DA70-F262-0E4A-B1C4-B00A11323477}"/>
              </a:ext>
            </a:extLst>
          </p:cNvPr>
          <p:cNvSpPr/>
          <p:nvPr/>
        </p:nvSpPr>
        <p:spPr>
          <a:xfrm>
            <a:off x="589662" y="744961"/>
            <a:ext cx="1321200" cy="1321200"/>
          </a:xfrm>
          <a:prstGeom prst="rect">
            <a:avLst/>
          </a:prstGeom>
          <a:noFill/>
          <a:ln w="57150" cap="flat">
            <a:solidFill>
              <a:schemeClr val="tx1">
                <a:lumMod val="50000"/>
                <a:lumOff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ABAAA8-087A-3C41-9CAF-D3D5F994B2B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9291" y="-335339"/>
            <a:ext cx="4574819" cy="2573336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77ED2828-820B-0498-C348-43CADA8FFAF9}"/>
              </a:ext>
            </a:extLst>
          </p:cNvPr>
          <p:cNvCxnSpPr>
            <a:cxnSpLocks/>
          </p:cNvCxnSpPr>
          <p:nvPr/>
        </p:nvCxnSpPr>
        <p:spPr>
          <a:xfrm flipV="1">
            <a:off x="589662" y="2179622"/>
            <a:ext cx="23382223" cy="58375"/>
          </a:xfrm>
          <a:prstGeom prst="line">
            <a:avLst/>
          </a:prstGeom>
          <a:noFill/>
          <a:ln w="25400" cap="flat">
            <a:solidFill>
              <a:schemeClr val="bg2">
                <a:lumMod val="5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ÍTULO DO CAPÍTULO">
            <a:extLst>
              <a:ext uri="{FF2B5EF4-FFF2-40B4-BE49-F238E27FC236}">
                <a16:creationId xmlns:a16="http://schemas.microsoft.com/office/drawing/2014/main" id="{0A9C4825-80DE-FE39-1321-71BE1D9C96B7}"/>
              </a:ext>
            </a:extLst>
          </p:cNvPr>
          <p:cNvSpPr txBox="1"/>
          <p:nvPr/>
        </p:nvSpPr>
        <p:spPr>
          <a:xfrm>
            <a:off x="2191519" y="893822"/>
            <a:ext cx="3475310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100" b="0">
                <a:solidFill>
                  <a:srgbClr val="C7C8C8"/>
                </a:solidFill>
                <a:latin typeface="DIN-BoldAlternate"/>
                <a:ea typeface="DIN-BoldAlternate"/>
                <a:cs typeface="DIN-BoldAlternate"/>
                <a:sym typeface="DIN-BoldAlternate"/>
              </a:defRPr>
            </a:lvl1pPr>
          </a:lstStyle>
          <a:p>
            <a:r>
              <a:rPr lang="pt-BR" sz="5000" dirty="0">
                <a:solidFill>
                  <a:schemeClr val="tx1">
                    <a:lumMod val="50000"/>
                    <a:lumOff val="50000"/>
                  </a:schemeClr>
                </a:solidFill>
                <a:latin typeface="DIN Alternate" panose="020B0500000000000000" pitchFamily="34" charset="77"/>
              </a:rPr>
              <a:t>Plano de voo</a:t>
            </a:r>
            <a:endParaRPr sz="5000" dirty="0">
              <a:solidFill>
                <a:schemeClr val="tx1">
                  <a:lumMod val="50000"/>
                  <a:lumOff val="50000"/>
                </a:schemeClr>
              </a:solidFill>
              <a:latin typeface="DIN Alternate" panose="020B0500000000000000" pitchFamily="34" charset="77"/>
            </a:endParaRPr>
          </a:p>
        </p:txBody>
      </p:sp>
      <p:sp>
        <p:nvSpPr>
          <p:cNvPr id="2" name="CaixaDeTexto 4">
            <a:extLst>
              <a:ext uri="{FF2B5EF4-FFF2-40B4-BE49-F238E27FC236}">
                <a16:creationId xmlns:a16="http://schemas.microsoft.com/office/drawing/2014/main" id="{F43C36B7-94BF-2938-A4B7-21524B25FED0}"/>
              </a:ext>
            </a:extLst>
          </p:cNvPr>
          <p:cNvSpPr txBox="1"/>
          <p:nvPr/>
        </p:nvSpPr>
        <p:spPr>
          <a:xfrm>
            <a:off x="856946" y="3677257"/>
            <a:ext cx="21185824" cy="53662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numCol="1" anchor="t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500" b="0" dirty="0" err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Placeholder</a:t>
            </a:r>
            <a:endParaRPr lang="pt-BR" sz="2500" b="0" i="0" dirty="0">
              <a:solidFill>
                <a:srgbClr val="222222"/>
              </a:solidFill>
              <a:effectLst/>
              <a:latin typeface="Roboto"/>
              <a:ea typeface="Roboto"/>
              <a:cs typeface="Roboto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500" b="0" dirty="0" err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Placeholder</a:t>
            </a:r>
            <a:endParaRPr lang="pt-BR" sz="2500" b="0" i="0" dirty="0">
              <a:solidFill>
                <a:srgbClr val="222222"/>
              </a:solidFill>
              <a:effectLst/>
              <a:latin typeface="Roboto"/>
              <a:ea typeface="Roboto"/>
              <a:cs typeface="Roboto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500" b="0" dirty="0" err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Placeholder</a:t>
            </a:r>
            <a:endParaRPr lang="pt-BR" sz="2500" b="0" i="0" dirty="0">
              <a:solidFill>
                <a:srgbClr val="222222"/>
              </a:solidFill>
              <a:effectLst/>
              <a:latin typeface="Roboto"/>
              <a:ea typeface="Roboto"/>
              <a:cs typeface="Roboto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500" b="0" dirty="0" err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Placeholder</a:t>
            </a:r>
            <a:endParaRPr lang="pt-BR" sz="2500" b="0" i="0" dirty="0">
              <a:solidFill>
                <a:srgbClr val="222222"/>
              </a:solidFill>
              <a:effectLst/>
              <a:latin typeface="Roboto"/>
              <a:ea typeface="Roboto"/>
              <a:cs typeface="Roboto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500" b="0" dirty="0" err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Placeholder</a:t>
            </a:r>
            <a:endParaRPr lang="pt-BR" sz="2500" b="0" i="0" dirty="0">
              <a:solidFill>
                <a:srgbClr val="222222"/>
              </a:solidFill>
              <a:effectLst/>
              <a:latin typeface="Roboto"/>
              <a:ea typeface="Roboto"/>
              <a:cs typeface="Roboto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500" b="0" dirty="0" err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Placeholder</a:t>
            </a:r>
            <a:endParaRPr lang="pt-BR" sz="2500" b="0" i="0" dirty="0">
              <a:solidFill>
                <a:srgbClr val="222222"/>
              </a:solidFill>
              <a:effectLst/>
              <a:latin typeface="Roboto"/>
              <a:ea typeface="Roboto"/>
              <a:cs typeface="Roboto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500" b="0" dirty="0" err="1">
                <a:solidFill>
                  <a:srgbClr val="222222"/>
                </a:solidFill>
                <a:latin typeface="Roboto"/>
                <a:ea typeface="Roboto"/>
                <a:cs typeface="Roboto"/>
              </a:rPr>
              <a:t>Placeholder</a:t>
            </a:r>
            <a:endParaRPr lang="pt-BR" sz="2500" b="0" i="0" dirty="0">
              <a:solidFill>
                <a:srgbClr val="222222"/>
              </a:solidFill>
              <a:effectLst/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648353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01">
            <a:extLst>
              <a:ext uri="{FF2B5EF4-FFF2-40B4-BE49-F238E27FC236}">
                <a16:creationId xmlns:a16="http://schemas.microsoft.com/office/drawing/2014/main" id="{847347F9-0A41-2446-BF15-ECF594685DD5}"/>
              </a:ext>
            </a:extLst>
          </p:cNvPr>
          <p:cNvSpPr txBox="1"/>
          <p:nvPr/>
        </p:nvSpPr>
        <p:spPr>
          <a:xfrm>
            <a:off x="838658" y="912455"/>
            <a:ext cx="753411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4000" b="0">
                <a:solidFill>
                  <a:srgbClr val="FFFFFF"/>
                </a:solidFill>
                <a:latin typeface="DIN-BoldAlternate"/>
                <a:ea typeface="DIN-BoldAlternate"/>
                <a:cs typeface="DIN-BoldAlternate"/>
                <a:sym typeface="DIN-BoldAlternate"/>
              </a:defRPr>
            </a:lvl1pPr>
          </a:lstStyle>
          <a:p>
            <a:r>
              <a:rPr lang="pt-BR" sz="5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01</a:t>
            </a:r>
            <a:endParaRPr sz="5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468A695-7B12-B94F-BD38-1C16C5A591E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8035" y="592561"/>
            <a:ext cx="2863850" cy="7372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3262AC-4A33-F847-B5BB-887A4A9E35D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0435" y="744961"/>
            <a:ext cx="2863850" cy="73727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86DA70-F262-0E4A-B1C4-B00A11323477}"/>
              </a:ext>
            </a:extLst>
          </p:cNvPr>
          <p:cNvSpPr/>
          <p:nvPr/>
        </p:nvSpPr>
        <p:spPr>
          <a:xfrm>
            <a:off x="589662" y="744961"/>
            <a:ext cx="1321200" cy="1321200"/>
          </a:xfrm>
          <a:prstGeom prst="rect">
            <a:avLst/>
          </a:prstGeom>
          <a:noFill/>
          <a:ln w="57150" cap="flat">
            <a:solidFill>
              <a:schemeClr val="tx1">
                <a:lumMod val="50000"/>
                <a:lumOff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ABAAA8-087A-3C41-9CAF-D3D5F994B2B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9291" y="-335339"/>
            <a:ext cx="4574819" cy="2573336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77ED2828-820B-0498-C348-43CADA8FFAF9}"/>
              </a:ext>
            </a:extLst>
          </p:cNvPr>
          <p:cNvCxnSpPr>
            <a:cxnSpLocks/>
          </p:cNvCxnSpPr>
          <p:nvPr/>
        </p:nvCxnSpPr>
        <p:spPr>
          <a:xfrm flipV="1">
            <a:off x="589662" y="2179622"/>
            <a:ext cx="23382223" cy="58375"/>
          </a:xfrm>
          <a:prstGeom prst="line">
            <a:avLst/>
          </a:prstGeom>
          <a:noFill/>
          <a:ln w="25400" cap="flat">
            <a:solidFill>
              <a:schemeClr val="bg2">
                <a:lumMod val="5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ÍTULO DO CAPÍTULO">
            <a:extLst>
              <a:ext uri="{FF2B5EF4-FFF2-40B4-BE49-F238E27FC236}">
                <a16:creationId xmlns:a16="http://schemas.microsoft.com/office/drawing/2014/main" id="{0A9C4825-80DE-FE39-1321-71BE1D9C96B7}"/>
              </a:ext>
            </a:extLst>
          </p:cNvPr>
          <p:cNvSpPr txBox="1"/>
          <p:nvPr/>
        </p:nvSpPr>
        <p:spPr>
          <a:xfrm>
            <a:off x="2191519" y="893822"/>
            <a:ext cx="3180358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100" b="0">
                <a:solidFill>
                  <a:srgbClr val="C7C8C8"/>
                </a:solidFill>
                <a:latin typeface="DIN-BoldAlternate"/>
                <a:ea typeface="DIN-BoldAlternate"/>
                <a:cs typeface="DIN-BoldAlternate"/>
                <a:sym typeface="DIN-BoldAlternate"/>
              </a:defRPr>
            </a:lvl1pPr>
          </a:lstStyle>
          <a:p>
            <a:r>
              <a:rPr lang="en-US" sz="5000" dirty="0">
                <a:solidFill>
                  <a:schemeClr val="tx1">
                    <a:lumMod val="50000"/>
                    <a:lumOff val="50000"/>
                  </a:schemeClr>
                </a:solidFill>
                <a:latin typeface="DIN Alternate" panose="020B0500000000000000" pitchFamily="34" charset="77"/>
              </a:rPr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386796667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CD1B27-A22F-F242-846F-3EB54D79D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4036" y="7166919"/>
            <a:ext cx="11352125" cy="51023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2C6D73F-72AA-3047-B882-EE568F57071E}"/>
              </a:ext>
            </a:extLst>
          </p:cNvPr>
          <p:cNvSpPr/>
          <p:nvPr/>
        </p:nvSpPr>
        <p:spPr>
          <a:xfrm>
            <a:off x="13543005" y="11277639"/>
            <a:ext cx="10840995" cy="1375680"/>
          </a:xfrm>
          <a:prstGeom prst="rect">
            <a:avLst/>
          </a:prstGeom>
          <a:solidFill>
            <a:srgbClr val="CAC8C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68FA53-93B7-1342-9673-9C28592A7A82}"/>
              </a:ext>
            </a:extLst>
          </p:cNvPr>
          <p:cNvSpPr txBox="1"/>
          <p:nvPr/>
        </p:nvSpPr>
        <p:spPr>
          <a:xfrm>
            <a:off x="13753136" y="11340900"/>
            <a:ext cx="4194205" cy="12567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5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DIN Alternate" panose="020B0500000000000000"/>
                <a:sym typeface="Helvetica Neue"/>
              </a:rPr>
              <a:t>+55 21 2042 0044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500">
                <a:solidFill>
                  <a:schemeClr val="bg1"/>
                </a:solidFill>
                <a:latin typeface="DIN Alternate" panose="020B0500000000000000"/>
              </a:rPr>
              <a:t>gestao@capribr.com</a:t>
            </a:r>
          </a:p>
          <a:p>
            <a:pPr algn="l"/>
            <a:r>
              <a:rPr lang="en-US" sz="2500">
                <a:solidFill>
                  <a:schemeClr val="bg1"/>
                </a:solidFill>
                <a:latin typeface="DIN Alternate" panose="020B0500000000000000"/>
              </a:rPr>
              <a:t>www.capribr.com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7534F802-E794-4512-A164-F0C522984739}"/>
              </a:ext>
            </a:extLst>
          </p:cNvPr>
          <p:cNvSpPr txBox="1"/>
          <p:nvPr/>
        </p:nvSpPr>
        <p:spPr>
          <a:xfrm>
            <a:off x="20192868" y="11271650"/>
            <a:ext cx="3783424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0" err="1">
                <a:solidFill>
                  <a:schemeClr val="bg1"/>
                </a:solidFill>
                <a:latin typeface="DIN Alternate" panose="020B0500000000000000"/>
              </a:rPr>
              <a:t>Relatório</a:t>
            </a:r>
            <a:r>
              <a:rPr lang="en-US" sz="2800" b="0">
                <a:solidFill>
                  <a:schemeClr val="bg1"/>
                </a:solidFill>
                <a:latin typeface="DIN Alternate" panose="020B0500000000000000"/>
              </a:rPr>
              <a:t> </a:t>
            </a:r>
            <a:r>
              <a:rPr lang="en-US" sz="2800" b="0" err="1">
                <a:solidFill>
                  <a:schemeClr val="bg1"/>
                </a:solidFill>
                <a:latin typeface="DIN Alternate" panose="020B0500000000000000"/>
              </a:rPr>
              <a:t>elaborado</a:t>
            </a:r>
            <a:r>
              <a:rPr lang="en-US" sz="2800" b="0">
                <a:solidFill>
                  <a:schemeClr val="bg1"/>
                </a:solidFill>
                <a:latin typeface="DIN Alternate" panose="020B0500000000000000"/>
              </a:rPr>
              <a:t> pela </a:t>
            </a:r>
            <a:r>
              <a:rPr lang="en-US" sz="2800" b="0" err="1">
                <a:solidFill>
                  <a:schemeClr val="bg1"/>
                </a:solidFill>
                <a:latin typeface="DIN Alternate" panose="020B0500000000000000"/>
              </a:rPr>
              <a:t>equipe</a:t>
            </a:r>
            <a:r>
              <a:rPr lang="en-US" sz="2800" b="0">
                <a:solidFill>
                  <a:schemeClr val="bg1"/>
                </a:solidFill>
                <a:latin typeface="DIN Alternate" panose="020B0500000000000000"/>
              </a:rPr>
              <a:t> de </a:t>
            </a:r>
            <a:r>
              <a:rPr lang="en-US" sz="2800" b="0" err="1">
                <a:solidFill>
                  <a:schemeClr val="bg1"/>
                </a:solidFill>
                <a:latin typeface="DIN Alternate" panose="020B0500000000000000"/>
              </a:rPr>
              <a:t>gestão</a:t>
            </a:r>
            <a:r>
              <a:rPr lang="en-US" sz="2800" b="0">
                <a:solidFill>
                  <a:schemeClr val="bg1"/>
                </a:solidFill>
                <a:latin typeface="DIN Alternate" panose="020B0500000000000000"/>
              </a:rPr>
              <a:t> da Capri Family Office</a:t>
            </a:r>
          </a:p>
        </p:txBody>
      </p:sp>
    </p:spTree>
    <p:extLst>
      <p:ext uri="{BB962C8B-B14F-4D97-AF65-F5344CB8AC3E}">
        <p14:creationId xmlns:p14="http://schemas.microsoft.com/office/powerpoint/2010/main" val="775350551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c6381c-3af3-4213-b177-249b95dca404">
      <Terms xmlns="http://schemas.microsoft.com/office/infopath/2007/PartnerControls"/>
    </lcf76f155ced4ddcb4097134ff3c332f>
    <TaxCatchAll xmlns="6f30a715-8044-45dd-9f5d-fea8e245fbb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CCE00F83678647808AC2407D71CC8A" ma:contentTypeVersion="15" ma:contentTypeDescription="Criar um novo documento." ma:contentTypeScope="" ma:versionID="fdcbc9ff9566cc53d270cc51c47638c5">
  <xsd:schema xmlns:xsd="http://www.w3.org/2001/XMLSchema" xmlns:xs="http://www.w3.org/2001/XMLSchema" xmlns:p="http://schemas.microsoft.com/office/2006/metadata/properties" xmlns:ns2="e2c6381c-3af3-4213-b177-249b95dca404" xmlns:ns3="6f30a715-8044-45dd-9f5d-fea8e245fbbc" targetNamespace="http://schemas.microsoft.com/office/2006/metadata/properties" ma:root="true" ma:fieldsID="d718e5d3170f25d3346ed73a1234aab7" ns2:_="" ns3:_="">
    <xsd:import namespace="e2c6381c-3af3-4213-b177-249b95dca404"/>
    <xsd:import namespace="6f30a715-8044-45dd-9f5d-fea8e245fb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c6381c-3af3-4213-b177-249b95dca4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m" ma:readOnly="false" ma:fieldId="{5cf76f15-5ced-4ddc-b409-7134ff3c332f}" ma:taxonomyMulti="true" ma:sspId="cf2f7801-0b78-43b4-b8ac-2d21b0e7c3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30a715-8044-45dd-9f5d-fea8e245fbbc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aceda74a-8dc9-44ff-8e24-7228def1dee9}" ma:internalName="TaxCatchAll" ma:showField="CatchAllData" ma:web="6f30a715-8044-45dd-9f5d-fea8e245fb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4D8484-F803-4C34-AD99-5A6E973F0D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F52B79-EA8A-49E9-A5F4-38ED4568C488}">
  <ds:schemaRefs>
    <ds:schemaRef ds:uri="6f30a715-8044-45dd-9f5d-fea8e245fbbc"/>
    <ds:schemaRef ds:uri="http://schemas.microsoft.com/office/2006/documentManagement/types"/>
    <ds:schemaRef ds:uri="http://purl.org/dc/terms/"/>
    <ds:schemaRef ds:uri="e2c6381c-3af3-4213-b177-249b95dca404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A784D5F-48CC-408F-BE5E-F0FBE8C55B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c6381c-3af3-4213-b177-249b95dca404"/>
    <ds:schemaRef ds:uri="6f30a715-8044-45dd-9f5d-fea8e245fb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2682</TotalTime>
  <Words>48</Words>
  <Application>Microsoft Office PowerPoint</Application>
  <PresentationFormat>Custom</PresentationFormat>
  <Paragraphs>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DIN Alternate</vt:lpstr>
      <vt:lpstr>DIN-BoldAlternate</vt:lpstr>
      <vt:lpstr>Helvetica Neue</vt:lpstr>
      <vt:lpstr>Helvetica Neue Light</vt:lpstr>
      <vt:lpstr>Helvetica Neue Medium</vt:lpstr>
      <vt:lpstr>Proxima Nova</vt:lpstr>
      <vt:lpstr>Roboto</vt:lpstr>
      <vt:lpstr>White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Rodrigo Botelho</dc:creator>
  <cp:lastModifiedBy>Luiz Fernando Lopes</cp:lastModifiedBy>
  <cp:revision>13</cp:revision>
  <cp:lastPrinted>2019-09-18T23:40:33Z</cp:lastPrinted>
  <dcterms:modified xsi:type="dcterms:W3CDTF">2024-05-10T16:04:12Z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0x01010043CCE00F83678647808AC2407D71CC8A</vt:lpwstr>
  </property>
  <property fmtid="{D5CDD505-2E9C-101B-9397-08002B2CF9AE}" pid="3" name="MediaServiceImageTags">
    <vt:lpwstr/>
  </property>
</Properties>
</file>